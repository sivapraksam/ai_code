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 Signup Solution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Stakeholder-Focused Architecture and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Deck | Slide 1 of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reliable digital signup with clear user experience.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registration errors through validation at multiple layers.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reusable baseline for onboarding-related workflows.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scalable architecture foundation for future expansion.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Deck | Slide 2 of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registration application for Form C signup.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to process and validate signup requests.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error handling with user-friendly feedback.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checks for build confidence.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Deck | Slide 3 of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2200" dirty="0"/>
          </a:p>
        </p:txBody>
      </p:sp>
      <p:pic>
        <p:nvPicPr>
          <p:cNvPr id="4" name="Image 0" descr="D:\Hexaware_AI_Capstone_2\docs\generated-diagrams\architecture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78992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Deck | Slide 4 of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Value Is Created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guided signup flow reduces user drop-off.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validations reduce downstream support effort.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API contracts simplify future integrations.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modular separation lowers long-term change cost.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Deck | Slide 5 of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200" dirty="0"/>
          </a:p>
        </p:txBody>
      </p:sp>
      <p:pic>
        <p:nvPicPr>
          <p:cNvPr id="4" name="Image 0" descr="D:\Hexaware_AI_Capstone_2\docs\generated-diagrams\workflow-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097280"/>
            <a:ext cx="10789920" cy="5120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Deck | Slide 6 of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Outcomes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validations prevent invalid submissions early.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success path gives confidence after registration.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errors for conflicts such as duplicate user id.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clean UI suitable for demos and pilot usage.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Deck | Slide 7 of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Reliability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validation, conflict handling, and health checks tested.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functional behavior tested with automated UI tests.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Lint/test/build gates executed for technical confidence.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responses improve monitoring and supportability.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Deck | Slide 8 of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Walkthrough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backend and frontend services.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empty form validation feedback.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successful user registration flow.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duplicate user conflict handling.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resulting success confirmation page.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Deck | Slide 9 of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Constraints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storage resets on restart (demo-oriented).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persistent database yet.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token lifecycle not introduced yet.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deployment pipeline for production hosting yet.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Deck | Slide 10 of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and Business Impact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persistent data storage for production continuity.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secure authentication and authorization.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CI/CD quality gates for rapid safe releases.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architecture for additional onboarding use cases.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Deck | Slide 11 of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37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and Ask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88136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next phase for persistence and production hardening.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auth and deployment readiness in sprint planning.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demo success criteria with pilot rollout objectives.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Deck | Slide 12 of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Hexaware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 C Signup - Stakeholder View</dc:title>
  <dc:subject>Form C Signup - Stakeholder View</dc:subject>
  <dc:creator>Hexaware Demo Team</dc:creator>
  <cp:lastModifiedBy>Hexaware Demo Team</cp:lastModifiedBy>
  <cp:revision>1</cp:revision>
  <dcterms:created xsi:type="dcterms:W3CDTF">2026-07-15T13:55:29Z</dcterms:created>
  <dcterms:modified xsi:type="dcterms:W3CDTF">2026-07-15T13:55:29Z</dcterms:modified>
</cp:coreProperties>
</file>