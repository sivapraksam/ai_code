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 Signup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Deep-Dive: Architecture and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1 of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and Runtime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+ Express (ES modules).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Vite + React Router.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Vitest/Supertest (backend), Jest/RTL (frontend).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Styling: CSS Modules in frontend feature components.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2 of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root hosts API runtime and tests.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isolated under frontend/ with independent scripts.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contains architecture, workflow, and generated collateral.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 contains custom instruction and agent definitions.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3 of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React UI → Express API → Validation → Service → In-memory store</a:t>
            </a:r>
            <a:endParaRPr lang="en-US" sz="1200" dirty="0"/>
          </a:p>
        </p:txBody>
      </p:sp>
      <p:pic>
        <p:nvPicPr>
          <p:cNvPr id="5" name="Image 0" descr="D:\Hexaware_AI_Capstone_2\docs\generated-diagrams\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789920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4 of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Request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src/server.js starts HTTP process and environment config.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src/app.js wires helmet, cors, json parser, and morgan.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mounts at /api/v1/auth via auth.routes.js.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not-found and error middleware finalize pipeline.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5 of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 Deep Dive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auth.validator.js enforces payload boundary validation.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auth.controller.js handles orchestration and response mapping.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auth.service.js handles business logic and password hashing.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utils/response.js enforces stable JSON envelope contract.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6 of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API Contract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/api/v1/auth/signup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on success with success/data/error envelope.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on validation errors with detail array.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USER_ID_ALREADY_EXISTS on duplicate conflicts.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7 of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Composition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main.jsx bootstraps BrowserRouter + AuthProvider.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AppRoutes.jsx maps /signup and /signup/success routes.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SignupPage.jsx owns controlled form state and submit flow.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authApi.js integrates with backend API and normalizes failures.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8 of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 across client and server with clear failure branches</a:t>
            </a:r>
            <a:endParaRPr lang="en-US" sz="1200" dirty="0"/>
          </a:p>
        </p:txBody>
      </p:sp>
      <p:pic>
        <p:nvPicPr>
          <p:cNvPr id="5" name="Image 0" descr="D:\Hexaware_AI_Capstone_2\docs\generated-diagrams\workflow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789920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9 of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Error Strategy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validates format and required fields before network request.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re-validates payload to enforce trust boundaries.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displays field-level and form-level error messages.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middleware provides safe standardized API error payloads.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10 of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Reliability Notes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uses scrypt with random salt per credential.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secures common HTTP headers.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enables controlled cross-origin frontend calls.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response model simplifies API consumption and diagnostics.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11 of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 and Coverage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tests: health, signup success, validation failure, duplicate conflict.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tests: invalid form, success navigation, API failure handling.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include lint, test, and frontend build.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verification runs are passing for demo baseline.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12 of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and Risks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store is non-persistent and non-distributed.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token/session lifecycle yet.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migration/versioning model yet.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automation or environment promotion workflow yet.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13 of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persistent repository layer and durable storage.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authN/authZ and secure session strategy.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structured observability: logs, metrics, traces.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CI/CD gates and production release pipeline.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14 of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topics: persistence approach, auth model, and deployment target.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for production-readiness timeline.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Deck | Slide 15 of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Hexaware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C Signup - Technical Deep Dive</dc:title>
  <dc:subject>Form C Signup - Technical Deep Dive</dc:subject>
  <dc:creator>Hexaware Demo Team</dc:creator>
  <cp:lastModifiedBy>Hexaware Demo Team</cp:lastModifiedBy>
  <cp:revision>1</cp:revision>
  <dcterms:created xsi:type="dcterms:W3CDTF">2026-07-15T13:55:29Z</dcterms:created>
  <dcterms:modified xsi:type="dcterms:W3CDTF">2026-07-15T13:55:29Z</dcterms:modified>
</cp:coreProperties>
</file>