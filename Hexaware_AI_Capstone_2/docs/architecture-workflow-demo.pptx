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8528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67459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59683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94379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7397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2699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56449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069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54825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60353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85051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70203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153811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92491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35092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30776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92018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0068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4977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005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  <p:sldLayoutId id="2147483748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 Signup Project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Workflow Demo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Express Backend + React 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Hexaware | Slide 1 of 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Project Purpose and Scope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Solution Overview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System Architecture Diagram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Backend Architecture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Frontend Architecture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End-to-End Workflow Diagram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Quality and Testing Workflow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Demo Runbook, Limitations, and Next Steps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Hexaware | Slide 2 of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and Demo Objective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architecture and runtime workflow of the Form C Signup solution.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an end-to-end signup journey from UI to backend service.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key engineering practices: validation, error handling, and testing.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ready script for technical and stakeholder demo conversations.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Deck | Slide 3 of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JavaScript application with separated frontend and backend.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built using Node.js and Express.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 app built using React and Vite.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flow integrated end to end with consistent JSON response envelope.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backend and feature-oriented frontend organization.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Deck | Slide 4 of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Diagram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↔ Backend ↔ Validation/Service/Data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Deck | Slide 5 of 15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40DB72-5758-D368-FD22-652986D8D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23986"/>
            <a:ext cx="12192000" cy="8193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 Layers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Entry/Boot: src/server.js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Wiring and Middleware: src/app.js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Layer: src/features/auth/auth.routes.js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Layer: src/features/auth/auth.validator.js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Layer: src/features/auth/auth.controller.js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Layer: src/features/auth/auth.service.js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Middleware: src/middleware/error-handler.js and not-found.js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Deck | Slide 6 of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Technical Highlights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middleware via helmet and request logging via morgan.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enabled for frontend-backend communication.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using scrypt with per-user random salt.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user id detection with explicit conflict response.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persistence currently uses in-memory Map storage.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Deck | Slide 7 of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 - Signup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POST /api/v1/auth/signup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Envelope: { success: true, data: { user }, error: null }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Failure: 400 with structured error details.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User ID: 409 with USER_ID_ALREADY_EXISTS code.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error payload supports predictable frontend handling.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Deck | Slide 8 of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Entry: frontend/src/main.jsx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Routing: frontend/src/app/AppRoutes.jsx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Feature: frontend/src/features/signup/SignupPage.jsx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Page: frontend/src/pages/SignupSuccessPage.jsx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Context: frontend/src/context/AuthContext.jsx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Client: frontend/src/services/authApi.js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Deck | Slide 9 of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Design Decisions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components and React Router-based page flow.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state for form handling + React Context for shared user state.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validation for immediate user feedback.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Modules for scoped styling and maintainable UI structure.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labels and field/form error feedback patterns.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Deck | Slide 10 of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Diagram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journey across UI, API, validation, and service layers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Deck | Slide 11 of 15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0D009D-E5DD-CBAB-8B5F-16CF29DDD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603" y="976384"/>
            <a:ext cx="6295745" cy="5881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Testing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checks: npm run lint and npm test.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coverage includes health, signup success, validation, and duplicate conflict.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checks: lint, jest tests, and production build.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coverage includes form validation, successful signup, and API failure handling.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pipeline executed successfully for demo readiness.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Deck | Slide 12 of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Runbook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backend: npm run start (project root).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frontend: cd frontend and npm run dev.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frontend at http://localhost:5173 and backend health at http://localhost:3000/health.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steps: empty form validation, valid signup, success navigation, duplicate user conflict.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Deck | Slide 13 of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 (Demo Scope)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is in-memory and resets on backend restart.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 is not implemented yet.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token/session lifecycle is pending.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pipeline documentation is pending.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Deck | Slide 14 of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 and Q&amp;A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persistent storage layer (SQL or NoSQL).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authentication and authorization flows.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observability: structured logs, metrics, and tracing.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CI quality gates for frontend and backend.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non-functional suites: security and performance testing.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Deck | Slide 15 of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31</TotalTime>
  <Words>844</Words>
  <Application>Microsoft Office PowerPoint</Application>
  <PresentationFormat>Widescreen</PresentationFormat>
  <Paragraphs>113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Hexaware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 C Signup - Architecture and Workflow</dc:title>
  <dc:subject>Architecture and Workflow Demo</dc:subject>
  <dc:creator>Hexaware Demo Team</dc:creator>
  <cp:lastModifiedBy>Sivaprakasam Jothi</cp:lastModifiedBy>
  <cp:revision>4</cp:revision>
  <dcterms:created xsi:type="dcterms:W3CDTF">2026-07-15T13:20:07Z</dcterms:created>
  <dcterms:modified xsi:type="dcterms:W3CDTF">2026-07-15T13:52:31Z</dcterms:modified>
</cp:coreProperties>
</file>